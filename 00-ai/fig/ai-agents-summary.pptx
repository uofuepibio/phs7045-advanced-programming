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89811-0EE0-3344-A361-F356D95C8C66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CEBB0-8FB3-C243-8CAD-C19D4325D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7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" name="Google Shape;4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B40-4CF2-075E-69A8-22FEB5DBC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DC312-0C0F-3B15-F124-59008E67C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AB35F-E788-F00B-7ADE-C44A65D4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91ED1-61BC-19E5-2E16-F4A4DAED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64860-375C-6E5E-EC13-374CA83F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2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6E79-81C3-4E65-1203-CF1A650D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D5C58-6C01-CC66-A23F-E9AC532B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5F33-7687-5056-B1D7-87AE753A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8756D-D935-C8E8-2225-ACECD041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D423-971F-1140-88B9-AD879426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1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00C3-1DBF-2783-7CC8-5BE704FD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CE1E4-8B37-382C-5BA6-29B1304FA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3A005-5FCC-7246-22EF-B1CEFCD7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3906E-D063-B3D3-5724-53065A80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40B42-766B-D9BF-3B6D-4CB012B8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47B2-8930-0389-09B5-21E17735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C0A68-C458-FCDD-B968-B7237FDA0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698E3-CFD9-5682-E72E-57DBF80B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5C941-D7FF-1242-003A-317B66B8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FB300-DB7B-7012-FCFC-9BEE6FD1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D7198-A27B-21F1-E8A2-BCF4D07A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7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82C4-80D9-0FB3-BDC7-D4D5FA96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49815-9B31-FAED-8026-530892835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D589B-85D7-7221-E30E-A75505108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D572A-B5FE-B2B6-611F-73E026FA0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3C8A3-E702-E027-37EC-546E1B035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9DB8B-A569-E391-4F64-7E6ED7DB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BA6E5-7C23-42A7-39B4-B6C60E05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BBF1B-43C5-AD2B-4AA8-6608D3F1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8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5B92-3A4B-92F4-5FB7-2B9590BF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47D57-6079-FF5E-4D60-4E29DA16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CF251-577D-2537-541E-C034EC0A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D9BEB-01F7-E959-F9DB-0448D187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0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6DB8C-A411-BBE2-DCBE-E6171260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FE070-C385-DB72-68BA-8292C0C9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AEB92-CA30-BDDA-FFC9-AEC130E5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2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9705-2432-7056-8D4B-99CB24E2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7AD84-9E85-AEAF-D733-1D60B230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AFF26-FDFA-1126-96F5-6BE61797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C7EA5-A9BA-278F-161D-98104566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7429A-60EE-2115-E3A9-90B80EA1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F9F66-8536-7CC1-66B1-45D07AA0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9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DDF03-638F-9616-23CF-21919B79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667E3-1E4C-4F84-C98D-3A46D09AA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F69FB-99D7-1B0F-7737-BCC643F8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F0D4B-9BEA-975E-0952-994A1369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083E0-4196-ECBF-C14C-CA965359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04D40-7F0A-6D2B-B69D-3D8C54B2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3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2E1E-FDC1-88ED-73CF-E8CFB4AB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A33C7-E3B5-FF84-B54E-8C848CFE2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0F6D-641E-8D41-A598-6E1B61DD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8CE26-F710-290E-DC5E-C440CA4E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46088-DCA0-DA45-5029-5BB3C72B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7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8B0F5-9757-C53C-7C82-FD2BE0FA0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E617C-3650-898C-6998-31D38B749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955E-EC22-F7FD-6343-378CA955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8035-0906-7E5E-2203-E14A33E8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008D2-C31A-EFDC-F2D7-B00F8AFE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04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6fd44c0a0_32_0)">
  <p:cSld name="Generated (g3d6fd44c0a0_32_0)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9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155A9-3C09-854A-626C-25470F70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594F4-6D2E-66B8-EB21-AD4C5579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EEDEE-E4C7-8809-9379-D7D48AE0F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0D0EC-33FE-054D-B31C-AD31B02A0BD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C9296-C1EF-1064-2740-9D392AAA7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3B99A-A505-AC83-B553-2AD5333D5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619BA-2FC6-974B-A045-B419A20A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1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/>
          <p:nvPr/>
        </p:nvSpPr>
        <p:spPr>
          <a:xfrm>
            <a:off x="838200" y="361950"/>
            <a:ext cx="95250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can we do (today)?</a:t>
            </a:r>
            <a:endParaRPr sz="4000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56"/>
          <p:cNvSpPr txBox="1"/>
          <p:nvPr/>
        </p:nvSpPr>
        <p:spPr>
          <a:xfrm>
            <a:off x="4038600" y="6381750"/>
            <a:ext cx="4114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george.vegayon@utah.edu -- https://ggvy.cl</a:t>
            </a:r>
            <a:endParaRPr sz="11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047133" y="4500757"/>
            <a:ext cx="928365" cy="92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2534" y="4500760"/>
            <a:ext cx="928365" cy="92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4815" y="4500760"/>
            <a:ext cx="928365" cy="92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87388" y="4500763"/>
            <a:ext cx="928365" cy="92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02241" y="4500760"/>
            <a:ext cx="928365" cy="928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56"/>
          <p:cNvGrpSpPr/>
          <p:nvPr/>
        </p:nvGrpSpPr>
        <p:grpSpPr>
          <a:xfrm>
            <a:off x="2284292" y="1843025"/>
            <a:ext cx="1225816" cy="1013560"/>
            <a:chOff x="372371" y="1667738"/>
            <a:chExt cx="1710600" cy="1429966"/>
          </a:xfrm>
        </p:grpSpPr>
        <p:pic>
          <p:nvPicPr>
            <p:cNvPr id="454" name="Google Shape;454;p56" descr="File:ChatGPT-Logo.svg - Wikimedia Common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8100" y="2144304"/>
              <a:ext cx="953400" cy="95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56"/>
            <p:cNvSpPr txBox="1"/>
            <p:nvPr/>
          </p:nvSpPr>
          <p:spPr>
            <a:xfrm>
              <a:off x="372371" y="1667738"/>
              <a:ext cx="17106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ChatGPT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6" name="Google Shape;456;p56"/>
          <p:cNvGrpSpPr/>
          <p:nvPr/>
        </p:nvGrpSpPr>
        <p:grpSpPr>
          <a:xfrm>
            <a:off x="7661815" y="1834725"/>
            <a:ext cx="1253978" cy="1030160"/>
            <a:chOff x="2305488" y="1667738"/>
            <a:chExt cx="1749900" cy="1453386"/>
          </a:xfrm>
        </p:grpSpPr>
        <p:pic>
          <p:nvPicPr>
            <p:cNvPr id="457" name="Google Shape;457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848224" y="2144300"/>
              <a:ext cx="664426" cy="976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56"/>
            <p:cNvSpPr txBox="1"/>
            <p:nvPr/>
          </p:nvSpPr>
          <p:spPr>
            <a:xfrm>
              <a:off x="2305488" y="1667738"/>
              <a:ext cx="17499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Ollama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9" name="Google Shape;459;p56"/>
          <p:cNvGrpSpPr/>
          <p:nvPr/>
        </p:nvGrpSpPr>
        <p:grpSpPr>
          <a:xfrm>
            <a:off x="3588607" y="1834727"/>
            <a:ext cx="1387051" cy="1030157"/>
            <a:chOff x="4277898" y="1667738"/>
            <a:chExt cx="1935600" cy="1453381"/>
          </a:xfrm>
        </p:grpSpPr>
        <p:pic>
          <p:nvPicPr>
            <p:cNvPr id="460" name="Google Shape;460;p56" descr="File:Claude-ai-icon.svg - Wikimedia Commons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68995" y="2172394"/>
              <a:ext cx="953405" cy="94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56"/>
            <p:cNvSpPr txBox="1"/>
            <p:nvPr/>
          </p:nvSpPr>
          <p:spPr>
            <a:xfrm>
              <a:off x="4277898" y="1667738"/>
              <a:ext cx="19356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Claude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62" name="Google Shape;462;p56"/>
          <p:cNvGrpSpPr/>
          <p:nvPr/>
        </p:nvGrpSpPr>
        <p:grpSpPr>
          <a:xfrm>
            <a:off x="6358059" y="1730044"/>
            <a:ext cx="1225816" cy="1239523"/>
            <a:chOff x="6412716" y="1506038"/>
            <a:chExt cx="1710600" cy="1748763"/>
          </a:xfrm>
        </p:grpSpPr>
        <p:pic>
          <p:nvPicPr>
            <p:cNvPr id="463" name="Google Shape;463;p56"/>
            <p:cNvPicPr preferRelativeResize="0"/>
            <p:nvPr/>
          </p:nvPicPr>
          <p:blipFill rotWithShape="1">
            <a:blip r:embed="rId11">
              <a:alphaModFix/>
            </a:blip>
            <a:srcRect r="85676"/>
            <a:stretch/>
          </p:blipFill>
          <p:spPr>
            <a:xfrm>
              <a:off x="6791316" y="2398539"/>
              <a:ext cx="953400" cy="856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56"/>
            <p:cNvSpPr txBox="1"/>
            <p:nvPr/>
          </p:nvSpPr>
          <p:spPr>
            <a:xfrm>
              <a:off x="6412716" y="1506038"/>
              <a:ext cx="1710600" cy="8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GitHub Copilot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65" name="Google Shape;465;p56"/>
          <p:cNvGrpSpPr/>
          <p:nvPr/>
        </p:nvGrpSpPr>
        <p:grpSpPr>
          <a:xfrm>
            <a:off x="8994420" y="1825998"/>
            <a:ext cx="1225816" cy="1047615"/>
            <a:chOff x="8078484" y="1667738"/>
            <a:chExt cx="1710600" cy="1478012"/>
          </a:xfrm>
        </p:grpSpPr>
        <p:pic>
          <p:nvPicPr>
            <p:cNvPr id="466" name="Google Shape;466;p5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505659" y="2289500"/>
              <a:ext cx="856250" cy="85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7" name="Google Shape;467;p56"/>
            <p:cNvSpPr txBox="1"/>
            <p:nvPr/>
          </p:nvSpPr>
          <p:spPr>
            <a:xfrm>
              <a:off x="8078484" y="1667738"/>
              <a:ext cx="17106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OpenClaw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68" name="Google Shape;468;p56"/>
          <p:cNvGrpSpPr/>
          <p:nvPr/>
        </p:nvGrpSpPr>
        <p:grpSpPr>
          <a:xfrm>
            <a:off x="5054238" y="1819198"/>
            <a:ext cx="1225816" cy="1061216"/>
            <a:chOff x="9569684" y="1631850"/>
            <a:chExt cx="1710600" cy="1497200"/>
          </a:xfrm>
        </p:grpSpPr>
        <p:pic>
          <p:nvPicPr>
            <p:cNvPr id="469" name="Google Shape;469;p56" descr="File:Google Gemini icon 2025.svg - Wikimedia Commons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9948284" y="2175650"/>
              <a:ext cx="953400" cy="95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56"/>
            <p:cNvSpPr txBox="1"/>
            <p:nvPr/>
          </p:nvSpPr>
          <p:spPr>
            <a:xfrm>
              <a:off x="9569684" y="1631850"/>
              <a:ext cx="17106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Gemini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71" name="Google Shape;471;p56"/>
          <p:cNvCxnSpPr>
            <a:stCxn id="454" idx="2"/>
            <a:endCxn id="449" idx="0"/>
          </p:cNvCxnSpPr>
          <p:nvPr/>
        </p:nvCxnSpPr>
        <p:spPr>
          <a:xfrm rot="5400000">
            <a:off x="1993793" y="3599535"/>
            <a:ext cx="1644300" cy="158400"/>
          </a:xfrm>
          <a:prstGeom prst="curvedConnector3">
            <a:avLst>
              <a:gd name="adj1" fmla="val 49997"/>
            </a:avLst>
          </a:prstGeom>
          <a:noFill/>
          <a:ln w="700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56"/>
          <p:cNvCxnSpPr>
            <a:stCxn id="454" idx="2"/>
            <a:endCxn id="448" idx="0"/>
          </p:cNvCxnSpPr>
          <p:nvPr/>
        </p:nvCxnSpPr>
        <p:spPr>
          <a:xfrm rot="-5400000" flipH="1">
            <a:off x="2881043" y="2870685"/>
            <a:ext cx="1644300" cy="1616100"/>
          </a:xfrm>
          <a:prstGeom prst="curvedConnector3">
            <a:avLst>
              <a:gd name="adj1" fmla="val 49997"/>
            </a:avLst>
          </a:prstGeom>
          <a:noFill/>
          <a:ln w="700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73;p56"/>
          <p:cNvCxnSpPr>
            <a:stCxn id="457" idx="2"/>
            <a:endCxn id="451" idx="0"/>
          </p:cNvCxnSpPr>
          <p:nvPr/>
        </p:nvCxnSpPr>
        <p:spPr>
          <a:xfrm rot="5400000">
            <a:off x="6452203" y="2664185"/>
            <a:ext cx="1635900" cy="2037300"/>
          </a:xfrm>
          <a:prstGeom prst="curvedConnector3">
            <a:avLst>
              <a:gd name="adj1" fmla="val 49997"/>
            </a:avLst>
          </a:prstGeom>
          <a:noFill/>
          <a:ln w="700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56"/>
          <p:cNvCxnSpPr>
            <a:stCxn id="469" idx="2"/>
            <a:endCxn id="450" idx="0"/>
          </p:cNvCxnSpPr>
          <p:nvPr/>
        </p:nvCxnSpPr>
        <p:spPr>
          <a:xfrm rot="-5400000" flipH="1">
            <a:off x="6027896" y="2519664"/>
            <a:ext cx="1620300" cy="2341800"/>
          </a:xfrm>
          <a:prstGeom prst="curvedConnector3">
            <a:avLst>
              <a:gd name="adj1" fmla="val 50004"/>
            </a:avLst>
          </a:prstGeom>
          <a:noFill/>
          <a:ln w="70025" cap="flat" cmpd="sng">
            <a:solidFill>
              <a:srgbClr val="69C35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5" name="Google Shape;475;p56"/>
          <p:cNvCxnSpPr>
            <a:stCxn id="469" idx="2"/>
            <a:endCxn id="448" idx="0"/>
          </p:cNvCxnSpPr>
          <p:nvPr/>
        </p:nvCxnSpPr>
        <p:spPr>
          <a:xfrm rot="5400000">
            <a:off x="4279046" y="3112614"/>
            <a:ext cx="1620300" cy="1155900"/>
          </a:xfrm>
          <a:prstGeom prst="curvedConnector3">
            <a:avLst>
              <a:gd name="adj1" fmla="val 50003"/>
            </a:avLst>
          </a:prstGeom>
          <a:noFill/>
          <a:ln w="70025" cap="flat" cmpd="sng">
            <a:solidFill>
              <a:srgbClr val="69C35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56"/>
          <p:cNvCxnSpPr>
            <a:stCxn id="469" idx="2"/>
            <a:endCxn id="449" idx="0"/>
          </p:cNvCxnSpPr>
          <p:nvPr/>
        </p:nvCxnSpPr>
        <p:spPr>
          <a:xfrm rot="5400000">
            <a:off x="3391796" y="2225364"/>
            <a:ext cx="1620300" cy="2930400"/>
          </a:xfrm>
          <a:prstGeom prst="curvedConnector3">
            <a:avLst>
              <a:gd name="adj1" fmla="val 50004"/>
            </a:avLst>
          </a:prstGeom>
          <a:noFill/>
          <a:ln w="70025" cap="flat" cmpd="sng">
            <a:solidFill>
              <a:srgbClr val="69C35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7" name="Google Shape;477;p56"/>
          <p:cNvCxnSpPr>
            <a:stCxn id="460" idx="2"/>
            <a:endCxn id="449" idx="0"/>
          </p:cNvCxnSpPr>
          <p:nvPr/>
        </p:nvCxnSpPr>
        <p:spPr>
          <a:xfrm rot="5400000">
            <a:off x="2691532" y="2910184"/>
            <a:ext cx="1635900" cy="1545300"/>
          </a:xfrm>
          <a:prstGeom prst="curvedConnector3">
            <a:avLst>
              <a:gd name="adj1" fmla="val 49997"/>
            </a:avLst>
          </a:prstGeom>
          <a:noFill/>
          <a:ln w="70025" cap="flat" cmpd="sng">
            <a:solidFill>
              <a:srgbClr val="D7765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8" name="Google Shape;478;p56"/>
          <p:cNvCxnSpPr>
            <a:stCxn id="460" idx="2"/>
            <a:endCxn id="448" idx="0"/>
          </p:cNvCxnSpPr>
          <p:nvPr/>
        </p:nvCxnSpPr>
        <p:spPr>
          <a:xfrm rot="-5400000" flipH="1">
            <a:off x="3578782" y="3568234"/>
            <a:ext cx="1635900" cy="229200"/>
          </a:xfrm>
          <a:prstGeom prst="curvedConnector3">
            <a:avLst>
              <a:gd name="adj1" fmla="val 49996"/>
            </a:avLst>
          </a:prstGeom>
          <a:noFill/>
          <a:ln w="70025" cap="flat" cmpd="sng">
            <a:solidFill>
              <a:srgbClr val="D7765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9" name="Google Shape;479;p56"/>
          <p:cNvGrpSpPr/>
          <p:nvPr/>
        </p:nvGrpSpPr>
        <p:grpSpPr>
          <a:xfrm>
            <a:off x="8288803" y="2864885"/>
            <a:ext cx="1477660" cy="1635755"/>
            <a:chOff x="8313582" y="2625260"/>
            <a:chExt cx="1608600" cy="1775100"/>
          </a:xfrm>
        </p:grpSpPr>
        <p:cxnSp>
          <p:nvCxnSpPr>
            <p:cNvPr id="480" name="Google Shape;480;p56"/>
            <p:cNvCxnSpPr>
              <a:stCxn id="457" idx="2"/>
              <a:endCxn id="452" idx="0"/>
            </p:cNvCxnSpPr>
            <p:nvPr/>
          </p:nvCxnSpPr>
          <p:spPr>
            <a:xfrm rot="-5400000" flipH="1">
              <a:off x="8230332" y="2708510"/>
              <a:ext cx="1775100" cy="1608600"/>
            </a:xfrm>
            <a:prstGeom prst="curvedConnector3">
              <a:avLst>
                <a:gd name="adj1" fmla="val 39606"/>
              </a:avLst>
            </a:prstGeom>
            <a:noFill/>
            <a:ln w="700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81" name="Google Shape;481;p5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509734" y="3103250"/>
              <a:ext cx="406537" cy="4008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2" name="Google Shape;482;p56"/>
          <p:cNvGrpSpPr/>
          <p:nvPr/>
        </p:nvGrpSpPr>
        <p:grpSpPr>
          <a:xfrm>
            <a:off x="4511416" y="2969567"/>
            <a:ext cx="2459551" cy="1531257"/>
            <a:chOff x="4201468" y="2738860"/>
            <a:chExt cx="2677500" cy="1661700"/>
          </a:xfrm>
        </p:grpSpPr>
        <p:cxnSp>
          <p:nvCxnSpPr>
            <p:cNvPr id="483" name="Google Shape;483;p56"/>
            <p:cNvCxnSpPr>
              <a:stCxn id="463" idx="2"/>
              <a:endCxn id="448" idx="0"/>
            </p:cNvCxnSpPr>
            <p:nvPr/>
          </p:nvCxnSpPr>
          <p:spPr>
            <a:xfrm rot="5400000">
              <a:off x="4709368" y="2230960"/>
              <a:ext cx="1661700" cy="2677500"/>
            </a:xfrm>
            <a:prstGeom prst="curvedConnector3">
              <a:avLst>
                <a:gd name="adj1" fmla="val 39193"/>
              </a:avLst>
            </a:prstGeom>
            <a:noFill/>
            <a:ln w="700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84" name="Google Shape;484;p56" descr="File:Google Gemini icon 2025.svg - Wikimedia Commons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307207" y="3652707"/>
              <a:ext cx="304824" cy="300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6" descr="File:Claude-ai-icon.svg - Wikimedia Commons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625273" y="3525640"/>
              <a:ext cx="304824" cy="299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56" descr="File:ChatGPT-Logo.svg - Wikimedia Common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307208" y="3225084"/>
              <a:ext cx="304822" cy="3005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" name="Google Shape;487;p56"/>
          <p:cNvGrpSpPr/>
          <p:nvPr/>
        </p:nvGrpSpPr>
        <p:grpSpPr>
          <a:xfrm>
            <a:off x="9607328" y="2873613"/>
            <a:ext cx="755794" cy="1627185"/>
            <a:chOff x="9748945" y="2634732"/>
            <a:chExt cx="822767" cy="1765800"/>
          </a:xfrm>
        </p:grpSpPr>
        <p:cxnSp>
          <p:nvCxnSpPr>
            <p:cNvPr id="488" name="Google Shape;488;p56"/>
            <p:cNvCxnSpPr>
              <a:stCxn id="466" idx="2"/>
              <a:endCxn id="452" idx="0"/>
            </p:cNvCxnSpPr>
            <p:nvPr/>
          </p:nvCxnSpPr>
          <p:spPr>
            <a:xfrm rot="-5400000" flipH="1">
              <a:off x="8952595" y="3431082"/>
              <a:ext cx="1765800" cy="173100"/>
            </a:xfrm>
            <a:prstGeom prst="curvedConnector3">
              <a:avLst>
                <a:gd name="adj1" fmla="val 39579"/>
              </a:avLst>
            </a:prstGeom>
            <a:noFill/>
            <a:ln w="70025" cap="flat" cmpd="sng">
              <a:solidFill>
                <a:srgbClr val="C43030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89" name="Google Shape;489;p56" descr="File:Google Gemini icon 2025.svg - Wikimedia Commons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074924" y="3251511"/>
              <a:ext cx="304824" cy="300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56" descr="File:Claude-ai-icon.svg - Wikimedia Commons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0266888" y="2950950"/>
              <a:ext cx="304824" cy="299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56" descr="File:ChatGPT-Logo.svg - Wikimedia Common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922274" y="2950950"/>
              <a:ext cx="304823" cy="300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074928" y="3537674"/>
              <a:ext cx="304827" cy="4418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3" name="Google Shape;493;p56"/>
          <p:cNvSpPr txBox="1"/>
          <p:nvPr/>
        </p:nvSpPr>
        <p:spPr>
          <a:xfrm>
            <a:off x="2110086" y="5539090"/>
            <a:ext cx="1253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050" tIns="84050" rIns="84050" bIns="84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Writing/</a:t>
            </a:r>
            <a:b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Searching</a:t>
            </a:r>
            <a:endParaRPr sz="14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4" name="Google Shape;494;p56"/>
          <p:cNvSpPr txBox="1"/>
          <p:nvPr/>
        </p:nvSpPr>
        <p:spPr>
          <a:xfrm>
            <a:off x="3771853" y="5539090"/>
            <a:ext cx="1477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050" tIns="84050" rIns="84050" bIns="84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Programming</a:t>
            </a:r>
            <a:endParaRPr sz="14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56"/>
          <p:cNvSpPr txBox="1"/>
          <p:nvPr/>
        </p:nvSpPr>
        <p:spPr>
          <a:xfrm>
            <a:off x="5624931" y="5539090"/>
            <a:ext cx="12537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050" tIns="84050" rIns="84050" bIns="84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Processing (models)</a:t>
            </a:r>
            <a:endParaRPr sz="14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6" name="Google Shape;496;p56"/>
          <p:cNvSpPr txBox="1"/>
          <p:nvPr/>
        </p:nvSpPr>
        <p:spPr>
          <a:xfrm>
            <a:off x="7382359" y="5539090"/>
            <a:ext cx="1253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050" tIns="84050" rIns="84050" bIns="84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 Generation</a:t>
            </a:r>
            <a:endParaRPr sz="14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7" name="Google Shape;497;p56"/>
          <p:cNvSpPr txBox="1"/>
          <p:nvPr/>
        </p:nvSpPr>
        <p:spPr>
          <a:xfrm>
            <a:off x="9109507" y="5539090"/>
            <a:ext cx="1253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050" tIns="84050" rIns="84050" bIns="84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rPr lang="en-US"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Agentic workflows</a:t>
            </a:r>
            <a:endParaRPr sz="14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56"/>
          <p:cNvSpPr txBox="1"/>
          <p:nvPr/>
        </p:nvSpPr>
        <p:spPr>
          <a:xfrm>
            <a:off x="244100" y="2421150"/>
            <a:ext cx="1961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lang="en-US" sz="16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all tools can do all tasks. But users can </a:t>
            </a:r>
            <a:r>
              <a:rPr lang="en-US" sz="1699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 the most</a:t>
            </a:r>
            <a:r>
              <a:rPr lang="en-US" sz="16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from them when </a:t>
            </a:r>
            <a:r>
              <a:rPr lang="en-US" sz="1699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combining</a:t>
            </a:r>
            <a:r>
              <a:rPr lang="en-US" sz="16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them,</a:t>
            </a:r>
            <a:endParaRPr sz="1699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99" name="Google Shape;499;p56"/>
          <p:cNvGrpSpPr/>
          <p:nvPr/>
        </p:nvGrpSpPr>
        <p:grpSpPr>
          <a:xfrm>
            <a:off x="2713275" y="1392701"/>
            <a:ext cx="3137700" cy="394238"/>
            <a:chOff x="3224350" y="1246450"/>
            <a:chExt cx="3137700" cy="394238"/>
          </a:xfrm>
        </p:grpSpPr>
        <p:sp>
          <p:nvSpPr>
            <p:cNvPr id="500" name="Google Shape;500;p56"/>
            <p:cNvSpPr txBox="1"/>
            <p:nvPr/>
          </p:nvSpPr>
          <p:spPr>
            <a:xfrm>
              <a:off x="3774550" y="1246450"/>
              <a:ext cx="20373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Provides LLMs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1" name="Google Shape;501;p56"/>
            <p:cNvSpPr/>
            <p:nvPr/>
          </p:nvSpPr>
          <p:spPr>
            <a:xfrm>
              <a:off x="3224350" y="1607088"/>
              <a:ext cx="3137700" cy="3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2" name="Google Shape;502;p56"/>
          <p:cNvGrpSpPr/>
          <p:nvPr/>
        </p:nvGrpSpPr>
        <p:grpSpPr>
          <a:xfrm>
            <a:off x="6719963" y="1392701"/>
            <a:ext cx="3137700" cy="394237"/>
            <a:chOff x="7231038" y="1222163"/>
            <a:chExt cx="3137700" cy="394237"/>
          </a:xfrm>
        </p:grpSpPr>
        <p:sp>
          <p:nvSpPr>
            <p:cNvPr id="503" name="Google Shape;503;p56"/>
            <p:cNvSpPr txBox="1"/>
            <p:nvPr/>
          </p:nvSpPr>
          <p:spPr>
            <a:xfrm>
              <a:off x="7781238" y="1222163"/>
              <a:ext cx="2037300" cy="36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350" tIns="65350" rIns="65350" bIns="653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lang="en-US" sz="1499" b="0" i="0" u="none" strike="noStrike" cap="none">
                  <a:solidFill>
                    <a:srgbClr val="3F3F3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Leverages LLMs</a:t>
              </a:r>
              <a:endParaRPr sz="14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56"/>
            <p:cNvSpPr/>
            <p:nvPr/>
          </p:nvSpPr>
          <p:spPr>
            <a:xfrm>
              <a:off x="7231038" y="1582800"/>
              <a:ext cx="3137700" cy="3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05" name="Google Shape;505;p56"/>
          <p:cNvSpPr txBox="1"/>
          <p:nvPr/>
        </p:nvSpPr>
        <p:spPr>
          <a:xfrm>
            <a:off x="10780950" y="3078725"/>
            <a:ext cx="1008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lang="en-US" sz="1099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Both Ollama and OpenClaw allow running </a:t>
            </a:r>
            <a:r>
              <a:rPr lang="en-US" sz="1099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local LLMs</a:t>
            </a:r>
            <a:endParaRPr sz="1099" b="1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06" name="Google Shape;506;p56"/>
          <p:cNvCxnSpPr>
            <a:stCxn id="454" idx="2"/>
            <a:endCxn id="450" idx="0"/>
          </p:cNvCxnSpPr>
          <p:nvPr/>
        </p:nvCxnSpPr>
        <p:spPr>
          <a:xfrm rot="-5400000" flipH="1">
            <a:off x="4629893" y="1121835"/>
            <a:ext cx="1644300" cy="5113800"/>
          </a:xfrm>
          <a:prstGeom prst="curvedConnector3">
            <a:avLst>
              <a:gd name="adj1" fmla="val 49996"/>
            </a:avLst>
          </a:prstGeom>
          <a:noFill/>
          <a:ln w="700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Century Gothic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Vega Yon</dc:creator>
  <cp:lastModifiedBy>George Vega Yon</cp:lastModifiedBy>
  <cp:revision>1</cp:revision>
  <dcterms:created xsi:type="dcterms:W3CDTF">2026-08-25T16:57:41Z</dcterms:created>
  <dcterms:modified xsi:type="dcterms:W3CDTF">2026-08-25T16:58:01Z</dcterms:modified>
</cp:coreProperties>
</file>